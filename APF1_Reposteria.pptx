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.unitemplates.com/resto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45198036"/>
              </p:ext>
            </p:extLst>
          </p:nvPr>
        </p:nvGraphicFramePr>
        <p:xfrm>
          <a:off x="498835" y="2118339"/>
          <a:ext cx="11232490" cy="3521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1339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290918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485016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4545217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Alvaro Joaquín Ascue Carbajal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Nataly Elizabeth Barrientos Bohórquez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  <a:tr h="510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Nick Kevyn Merodio Malpartida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SI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  <a:tr h="704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600" dirty="0"/>
                    </a:p>
                    <a:p>
                      <a:pPr lvl="0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186962412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696302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25664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Pastelería “Panchita”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ES" dirty="0">
                          <a:hlinkClick r:id="rId2"/>
                        </a:rPr>
                        <a:t>https://demo.unitemplates.com/resto/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142</Words>
  <Application>Microsoft Office PowerPoint</Application>
  <PresentationFormat>Panorámica</PresentationFormat>
  <Paragraphs>24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gustavocbb3@gmail.com</cp:lastModifiedBy>
  <cp:revision>20</cp:revision>
  <dcterms:created xsi:type="dcterms:W3CDTF">2022-09-09T21:19:54Z</dcterms:created>
  <dcterms:modified xsi:type="dcterms:W3CDTF">2026-04-19T22:46:59Z</dcterms:modified>
</cp:coreProperties>
</file>