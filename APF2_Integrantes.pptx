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24/05/2026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.unitemplates.com/resto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58219068"/>
              </p:ext>
            </p:extLst>
          </p:nvPr>
        </p:nvGraphicFramePr>
        <p:xfrm>
          <a:off x="498835" y="2118339"/>
          <a:ext cx="11232490" cy="4140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Alvaro Joaquín Ascue Carbajal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714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Nataly Elizabeth Barrientos Bohórquez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352474915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Nick Kevyn Merodio Malpartida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SI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106793615"/>
                  </a:ext>
                </a:extLst>
              </a:tr>
              <a:tr h="704449">
                <a:tc>
                  <a:txBody>
                    <a:bodyPr/>
                    <a:lstStyle/>
                    <a:p>
                      <a:pPr lvl="0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18696241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75158255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306106"/>
              </p:ext>
            </p:extLst>
          </p:nvPr>
        </p:nvGraphicFramePr>
        <p:xfrm>
          <a:off x="498835" y="134997"/>
          <a:ext cx="11232490" cy="1907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25664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Pastelería “Panchita”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hlinkClick r:id="rId2"/>
                        </a:rPr>
                        <a:t>https://demo.unitemplates.com/resto/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ATF.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142</Words>
  <Application>Microsoft Office PowerPoint</Application>
  <PresentationFormat>Panorámica</PresentationFormat>
  <Paragraphs>24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ATF.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Nataly Barrientos Bohorquez</cp:lastModifiedBy>
  <cp:revision>18</cp:revision>
  <dcterms:created xsi:type="dcterms:W3CDTF">2022-09-09T21:19:54Z</dcterms:created>
  <dcterms:modified xsi:type="dcterms:W3CDTF">2026-05-25T02:23:11Z</dcterms:modified>
</cp:coreProperties>
</file>